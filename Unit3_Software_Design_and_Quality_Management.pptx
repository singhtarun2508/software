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097280" cy="6400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 &amp; Quality Management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(Part 1 &amp; 2)  |  Software Engineering  |  BCA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&amp; Coupling  •  Quality Concept  •  SQA  •  TQM  •  Review &amp; Inspection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21280" cy="292608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23469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Software Design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basics, modules, cohesion &amp; coupling with classification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292608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1360" y="1097280"/>
            <a:ext cx="73152" cy="29260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4240" y="1170432"/>
            <a:ext cx="23469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Quality Management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concept, key components, SQA &amp; activities, TQM, review, inspection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65520" y="1097280"/>
            <a:ext cx="2621280" cy="292608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097280"/>
            <a:ext cx="73152" cy="29260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8400" y="1170432"/>
            <a:ext cx="23469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types with examples, comparisons, previous-year question map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Design: Basics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converting the SRS (what to build) into a blueprint (how to build it)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(logical) design: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customer WHAT the system will do, in non-technical terms: functions, screens, data flow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(physical) design: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developers HOW: modules, data structures, algorithms, interfaces, hardware/software platform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design is: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understandable, efficient, maintainable, and modular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goal: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cohesion within modules and low coupling between modules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and Modularity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unit of software (function, procedure, class or file) with a defined interface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a system into modules so each can be built, tested and changed independently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understanding, parallel development, simple testing, easier maintenance, reuse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(strength inside a module) and Coupling (dependence between modules)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0F9D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 HIGH COHESION  +  LOW COUPLING  =  Good Modular Design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Cohesion: Classification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is the degree to which the elements of a module are related to each other and work toward a single task. Higher is better.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0793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11680"/>
            <a:ext cx="11207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32857" y="2011680"/>
            <a:ext cx="1120793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32857" y="2011680"/>
            <a:ext cx="11207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08514" y="2011680"/>
            <a:ext cx="1120793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08514" y="2011680"/>
            <a:ext cx="11207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84171" y="2011680"/>
            <a:ext cx="1120793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84171" y="2011680"/>
            <a:ext cx="11207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59829" y="2011680"/>
            <a:ext cx="1120793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59829" y="2011680"/>
            <a:ext cx="11207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35486" y="2011680"/>
            <a:ext cx="1120793" cy="5029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35486" y="2011680"/>
            <a:ext cx="11207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11143" y="2011680"/>
            <a:ext cx="1120793" cy="5029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11143" y="2011680"/>
            <a:ext cx="11207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low cohesion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high cohesion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2461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are ranked from weakest (coincidental) to strongest (functional)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functional or sequential cohesion in every module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cohesion makes modules hard to understand, reuse and maintain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Cohesion (1/2): Weak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3749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Coincidental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are grouped arbitrarily with no meaningful relation. Weakest type.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Utility module with print, sort and date-convert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73152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170432"/>
            <a:ext cx="3749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do similar kinds of work; the caller selects which one runs via a flag.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One routine handling all input or output types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71800"/>
            <a:ext cx="73152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44952"/>
            <a:ext cx="3749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 grouped because they run at the same time.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Initialisation or shutdown routine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2336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971800"/>
            <a:ext cx="73152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044952"/>
            <a:ext cx="3749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follow a specific order of execution but do not share data.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Check permission, then open file, then write log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Cohesion (2/2): Strong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212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310896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234696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Communicational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operate on the same input or output data.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Update and print the same student record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1360" y="1097280"/>
            <a:ext cx="73152" cy="310896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4240" y="1170432"/>
            <a:ext cx="234696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one element is the input of the next (pipeline).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Read data, then validate, then format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65520" y="1097280"/>
            <a:ext cx="26212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097280"/>
            <a:ext cx="73152" cy="310896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8400" y="1170432"/>
            <a:ext cx="234696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contributes to one single, well-defined task. Best type.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Compute_Salary(), Calculate_Square_Root()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Coupling: Classification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is the degree of interdependence between modules: how much one module needs to know about another. Lower is better.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316736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116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011680"/>
            <a:ext cx="1316736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20116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1316736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20116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011680"/>
            <a:ext cx="1316736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20116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2011680"/>
            <a:ext cx="1316736" cy="5029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20116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2011680"/>
            <a:ext cx="1316736" cy="5029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20116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tightly coupled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loosely coupled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2461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 means a change in one module ripples into others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 gives independent modules that are easy to test and reuse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coupling is the most desirable in practice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Coupling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(worst)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reads or changes the internal data or code of another.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Jumping into the middle of another module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1360" y="109728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4240" y="117043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share the same global data area.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Global variables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65520" y="109728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09728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8400" y="117043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share an external format, device or protocol.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Common file format or communication protocol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7180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4495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passes a flag that controls the logic of another.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Passing a switch or flag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61360" y="297180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1360" y="297180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44240" y="304495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pass a whole data structure but use only part of it.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Passing an entire record to use one field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65520" y="297180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65520" y="297180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48400" y="304495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(best)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pass only the required simple data items as parameters.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area(length, width)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vs Coupling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of relation inside a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Dependence between modules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Intra-module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Maximise (high)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Minimise (low)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Coincidental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understanding and reuse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Easier change and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coupling is best? Data coupling: only necessary data is shared, so modules stay independent and changes rarely spread.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Concept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to which software meets requirements, customer needs and expectations ("fitness for use")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design: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design matches the specification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conformance: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closely the implementation follows the design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(McCall):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Correctness, reliability, efficiency, integrity, usability, maintainability, flexibility, testability, portability, reusability, interoperability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defects, lower maintenance cost, higher customer satisfaction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of Quality Management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3749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Planning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quality goals, standards and procedures for the project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170432"/>
            <a:ext cx="3749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(QA)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Process-oriented: prevent defects through audits and standards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160020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8036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53512"/>
            <a:ext cx="3749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(QC)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Product-oriented: detect defects through reviews and testing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88036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53512"/>
            <a:ext cx="3749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Improvement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defect data and refine processes continuously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(SQA)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planned set of activities applied throughout the life cycle to ensure software and its process meet defined standards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prevention, standards compliance, process visibility, customer confidence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product; starts at requirements and continues to maintenance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quality is determined: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metrics, reviews, audits, testing and conformance to standards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group: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team that reports quality status to 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Activities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Plan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plan: scope, tools, standards, schedule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1360" y="109728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4240" y="117043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Reviews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technical reviews and inspections of work products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65520" y="109728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09728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8400" y="117043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Oversight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test planning and execution are adequate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7180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4495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Enforcement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coding, documentation and process standards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61360" y="297180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1360" y="297180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44240" y="304495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changes through configuration management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65520" y="2971800"/>
            <a:ext cx="2621280" cy="169164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65520" y="2971800"/>
            <a:ext cx="73152" cy="16916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48400" y="3044952"/>
            <a:ext cx="2346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Reporting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defect records and report findings to management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Quality Management (TQM)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organisation-wide approach where everyone is responsible for continuously improving quality of products and processes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focus: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defined by the customer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involvement: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employee, at every level, owns quality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/ PDCA cycle (Plan, Do, Check, Act)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Process-centred: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process, not the person; decisions based on data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TQM in Software Engineering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3749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over detection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quality in from requirements stage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170432"/>
            <a:ext cx="3749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metrics (defect density, MTTF) to track quality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160020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8036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53512"/>
            <a:ext cx="3749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teams, training and quality culture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solidFill>
            <a:srgbClr val="F4F6FA"/>
          </a:solidFill>
          <a:ln w="9525">
            <a:solidFill>
              <a:srgbClr val="D5D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88036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53512"/>
            <a:ext cx="3749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defects, reduced rework, higher productivity and customer satisfaction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Review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examination of a work product (SRS, design, code) by peers to find defects and improvements early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errors before testing, verify conformance to standards, share knowledge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(peer / walkthrough), Technical review, Management review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presents the product to the team; informal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issues, decisions and action items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Inspection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(Fagan): a formal, structured, checklist-driven review led by a trained moderator.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417320" cy="640080"/>
          </a:xfrm>
          <a:prstGeom prst="chevron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916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1691640"/>
            <a:ext cx="1417320" cy="640080"/>
          </a:xfrm>
          <a:prstGeom prst="chevron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0" y="16916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1417320" cy="640080"/>
          </a:xfrm>
          <a:prstGeom prst="chevron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6916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1417320" cy="640080"/>
          </a:xfrm>
          <a:prstGeom prst="chevron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16916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691640"/>
            <a:ext cx="1417320" cy="640080"/>
          </a:xfrm>
          <a:prstGeom prst="chevron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6916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691640"/>
            <a:ext cx="1417320" cy="640080"/>
          </a:xfrm>
          <a:prstGeom prst="chevron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16916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or semi-formal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Formal, defined process and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defects by discussion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defects using checklists and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often leads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moderator leads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or no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 data recorded and analysed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Previous-Year Question Map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 types (best one?)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Jul-23 Q6a, Jun-25 Q7a, 108T Q7a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Cohesion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Jul-23 Q7a, Jun-24 Q6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 vs technical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Jun-25 Q6b (outside syllabus)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SQA and activities /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Jul-23 Q6b, 108T Q6, Jun-25 Q6a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TQM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Jun-24 Q7a, 108T Q1h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and inspection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Jul-23 Q1d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syllabus but asked: OO concepts (Jun-25 Q7b) and CMM vs ISO 9000 (108T Q7b); skipped here.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| Software Engineering   20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(worst to best):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Coincidental, Logical, Temporal, Procedural, Communicational, Sequential, Functional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(worst to best):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Common, External, Control, Stamp,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QA, QC, improvement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activities that prevent defects and enforce standards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TQM: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Organisation-wide continuous improvement led by customer focus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vs inspection: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is the formal, checklist-driven form of review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III: Software Design &amp; Quality Management</dc:title>
  <dc:subject>PptxGenJS Presentation</dc:subject>
  <dc:creator>PptxGenJS</dc:creator>
  <cp:lastModifiedBy>PptxGenJS</cp:lastModifiedBy>
  <cp:revision>1</cp:revision>
  <dcterms:created xsi:type="dcterms:W3CDTF">2026-10-04T16:46:45Z</dcterms:created>
  <dcterms:modified xsi:type="dcterms:W3CDTF">2026-10-04T16:46:45Z</dcterms:modified>
</cp:coreProperties>
</file>