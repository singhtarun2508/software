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097280" cy="6400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Implementation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(Part 3)  |  Software Engineering  |  BCA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 •  Standards  •  Documentation  •  Reverse &amp; Re-engineering  •  Configuration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292608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23469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Practices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coding techniques, coding style, standards and guidelines, documentation guidelines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292608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1360" y="1097280"/>
            <a:ext cx="73152" cy="29260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4240" y="1170432"/>
            <a:ext cx="23469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Software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 and software re-engineering, with comparison to new development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65520" y="1097280"/>
            <a:ext cx="2621280" cy="292608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097280"/>
            <a:ext cx="73152" cy="29260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8400" y="1170432"/>
            <a:ext cx="23469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management: SCIs, baselines, version and change control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Coding Techniques (1/2)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programs using only well-defined control structures so code is readable, testable and maintainable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constructs: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(step by step), Selection (if-else, switch), Iteration (while, for)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entry, single exit: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has one entry point and one exit point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GOTO: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Böhm-Jacopini theorem: any program can be written with the three constructs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errors, easier debugging, clear flow of control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Coding Techniques (2/2)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design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problem into smaller steps (stepwise refinement) before coding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136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424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programming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small functions each doing one job (high cohesion)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6552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840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internal data and logic private; expose a simple interface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programming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inputs, handle errors and exceptions, use assertions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6136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136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4424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structure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nesting depth, keep functions short, avoid global variables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6552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6552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4840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reuse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libraries and tested components instead of rewriting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Style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style is the set of conventions on how code looks and reads, making a team write code as if one person wrote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920240" cy="265176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26517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901952"/>
            <a:ext cx="16459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names; consistent case (camelCase, snake_case); constants in CAPS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920240" cy="265176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828800"/>
            <a:ext cx="73152" cy="26517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901952"/>
            <a:ext cx="16459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indentation, braces and spacing; limit line length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1920240" cy="265176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28800"/>
            <a:ext cx="73152" cy="26517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901952"/>
            <a:ext cx="16459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why, not what; header comment for each module or function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828800"/>
            <a:ext cx="1920240" cy="265176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828800"/>
            <a:ext cx="73152" cy="26517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901952"/>
            <a:ext cx="16459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statement per line; avoid clever tricks; no magic numbers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and Guidelines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23774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23774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37490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rules that every programmer must follow; checked in code review.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Naming rules, file header format, no global variables, no GOTO, limit on function length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23774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73152" cy="23774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170432"/>
            <a:ext cx="37490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guidelines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recommendations that give programmers freedom of choice.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Keep code simple, avoid deep nesting, use comments sensibly, make code understandable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code, easier understanding and maintenance, fewer defects, smooth team 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reviews, inspections and automated checkers (linters)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Guidelines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201168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20116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37490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documentation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source code: header comments, inline comments, meaningful names, structured layout.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Module name, author, date, purpose, parameters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201168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73152" cy="20116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170432"/>
            <a:ext cx="37490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documentation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documents: SRS, design document, test plan, user manual, installation guide.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User manual, API reference, design document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documents accurate and updated with code; use standard templates; write clearly for the intended reader; version every document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module (purpose, inputs, outputs, side effects) and every change made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an existing system (often without documentation) to recover its design and specification, moving from code to a higher level of abstraction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or binary code, then design, then requirements (backward)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documentation, understand legacy code, prepare maintenance or re-engineering, find security flaws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Data-flow and control-flow diagrams, structure charts, ER models, call graphs, documentation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recovers information; it does not change the software itself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 Process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609344" cy="73152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Information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234440"/>
            <a:ext cx="1609344" cy="73152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1234440"/>
            <a:ext cx="1609344" cy="73152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234440"/>
            <a:ext cx="1609344" cy="73152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1234440"/>
            <a:ext cx="1609344" cy="73152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28600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abstraction: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level (code structure), then structure level (modules, data), then functional level, then domain level (business rules)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Decompilers, code analysers, call-graph and diagram generators, debuggers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understanding, documentation recovery, migration, interoperability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Re-engineering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and modifying an existing system to reconstitute it in a new, improved form; a combination of reverse engineering and forward engineering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maintainability, reduce cost of maintenance, upgrade technology, improve performance, extend life of the system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needed: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language or platform, poor structure, missing documentation, frequent failures, high maintenance cost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existing functionality while improving quality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Re-engineering Process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353312" cy="82296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188720"/>
            <a:ext cx="1353312" cy="82296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Restructuring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188720"/>
            <a:ext cx="1353312" cy="82296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188720"/>
            <a:ext cx="1353312" cy="82296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Restructuring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0" y="1188720"/>
            <a:ext cx="1353312" cy="82296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Restructuring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1188720"/>
            <a:ext cx="1353312" cy="82296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352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Engineering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24028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analysis: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applications by age, size, importance and maintenance cost; choose candidates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restructuring: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 create documentation as needed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design and specification from code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data restructuring: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 logic, improve data structures and database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engineering: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system using recovered information and modern tools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Re-engineering vs New Development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46120"/>
                <a:gridCol w="3246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 and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known and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elicited from scratch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and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lower and quicker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higher and longer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Lower; proven functionality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Higher; unknown issues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 by reverse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Produced in each 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quality and maintainability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brand new functionality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vs Reverse vs Re-engineering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2743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2743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23469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engineering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then design, then code. The normal development path.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2743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1360" y="1097280"/>
            <a:ext cx="73152" cy="2743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4240" y="1170432"/>
            <a:ext cx="23469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then design, then requirements. Recovery of information only.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65520" y="1097280"/>
            <a:ext cx="2621280" cy="2743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097280"/>
            <a:ext cx="73152" cy="2743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8400" y="1170432"/>
            <a:ext cx="23469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Re-engineering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engineering, then restructuring, then forward engineering. Produces improved system.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 (SCM)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of identifying, organising and controlling changes to software products throughout the life cycle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change many files; without control come version chaos, lost changes and inconsistent releases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what changed, who changed it and why; reproduce any version; keep integrity of the product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Configuration Item: any controlled work product (source code, SRS, design, test cases, manuals)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formally reviewed and approved version that serves as the basis for further work; changed only through formal control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Activities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define SCIs and baselines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136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424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versions and variants of each SCI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6552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840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evaluate, approve and implement changes formally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Auditing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the approved change was made correctly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6136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136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4424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report what changed, when and by whom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6552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6552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4840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Management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deliver controlled releases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Process and Tools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353312" cy="82296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188720"/>
            <a:ext cx="1353312" cy="82296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Impact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188720"/>
            <a:ext cx="1353312" cy="82296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(CCB)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188720"/>
            <a:ext cx="1353312" cy="82296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0" y="1188720"/>
            <a:ext cx="1353312" cy="82296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Audit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1188720"/>
            <a:ext cx="1353312" cy="82296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352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28600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Board decides which changes are accepted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Subversion (SVN), Mercurial, Perforce; Jenkins for build automation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change, traceability, team collaboration, ability to roll back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Previous-Year Question Map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1097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re-engineering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Jul-23 Q1b, Jun-24 Q7c, Jun-25 Q8b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Re-engineering vs new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Jun-25 Q8b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Jun-24 Q1d, 108T Q1b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Jul-23 Q7b, Jun-24 Q7b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Coding, style, standards,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direct question yet; likely topics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coding: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Sequence, selection, iteration; single entry and exit; no GOTO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Style, standards, guidelines: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is look and feel; standards are mandatory; guidelines are advice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(in code) and external (manuals, design docs)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 design; recovers information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Re-engineering: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 plus restructuring plus forward engineering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SCIs, control versions and changes, audit, report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III: Software Design &amp; Quality Management</dc:title>
  <dc:subject>PptxGenJS Presentation</dc:subject>
  <dc:creator>PptxGenJS</dc:creator>
  <cp:lastModifiedBy>PptxGenJS</cp:lastModifiedBy>
  <cp:revision>1</cp:revision>
  <dcterms:created xsi:type="dcterms:W3CDTF">2026-10-04T16:49:38Z</dcterms:created>
  <dcterms:modified xsi:type="dcterms:W3CDTF">2026-10-04T16:49:38Z</dcterms:modified>
</cp:coreProperties>
</file>